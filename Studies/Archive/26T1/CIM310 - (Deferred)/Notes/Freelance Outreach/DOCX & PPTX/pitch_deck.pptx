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2205990"/>
            <a:ext cx="64008" cy="73152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0416" y="1885950"/>
            <a:ext cx="64008" cy="137160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74152" y="1474470"/>
            <a:ext cx="64008" cy="219456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7888" y="1703070"/>
            <a:ext cx="64008" cy="173736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21624" y="2068830"/>
            <a:ext cx="64008" cy="100584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1245870"/>
            <a:ext cx="64008" cy="265176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69096" y="1840230"/>
            <a:ext cx="64008" cy="146304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2114550"/>
            <a:ext cx="64008" cy="91440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16568" y="1565910"/>
            <a:ext cx="64008" cy="201168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90304" y="1931670"/>
            <a:ext cx="64008" cy="128016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64040" y="1383030"/>
            <a:ext cx="64008" cy="237744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37776" y="2205990"/>
            <a:ext cx="64008" cy="731520"/>
          </a:xfrm>
          <a:prstGeom prst="rect">
            <a:avLst/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94360" cy="5943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2860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 / COLLECTIVE]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22860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Audio Services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28600" y="2852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 ·  Film &amp; TV  ·  Podcast  ·  Sound Design &amp; Games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28600" y="3337560"/>
            <a:ext cx="3200400" cy="22860"/>
          </a:xfrm>
          <a:prstGeom prst="rect">
            <a:avLst/>
          </a:prstGeom>
          <a:solidFill>
            <a:srgbClr val="00C6FF">
              <a:alpha val="5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[hello@yourdomain.com]  ·  [www.yourdomain.com]  ·  Perth, WA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 collective of 2–4 specialist audio engineers based in Perth, working individually or as a unified team depending on scope. Together, we cover the full audio spectrum — from tracking and mixing original music to delivering broadcast-ready podcast episodes, polished film audio, and immersive game soundscapes.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engineers bring backgrounds across: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studios &amp; independent artists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Film, TV, documentary &amp; advertising post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networks, broadcast &amp; corporate media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studios, interactive &amp; XR audio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0" y="960120"/>
            <a:ext cx="16002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00" y="10515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15000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79792" y="960120"/>
            <a:ext cx="16002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79792" y="10515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79792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Combined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2176272"/>
            <a:ext cx="16002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715000" y="2743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79792" y="2176272"/>
            <a:ext cx="16002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79792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79792" y="2743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Update stats to reflect your actual figures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178308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0759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43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Production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508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&amp; Mastering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" y="1920240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mixing, mastering, and production for independent artists, bands, and record labels of all sizes.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17720" y="960120"/>
            <a:ext cx="411480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960120"/>
            <a:ext cx="73152" cy="178308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307592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143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40680" y="1508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Film, TV &amp; Advertising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18888" y="1920240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editing, ADR, sound design, Foley, and final mix for screen content and commercials.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4320" y="2907792"/>
            <a:ext cx="411480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907792"/>
            <a:ext cx="73152" cy="178308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55264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0906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&amp; Broadcast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97280" y="3456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 &amp; Corporate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75488" y="3867912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editing, voice-over direction, broadcast delivery, and corporate media audio production.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17720" y="2907792"/>
            <a:ext cx="411480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17720" y="2907792"/>
            <a:ext cx="73152" cy="178308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255264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30906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Design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40680" y="3456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&amp; Interactive Audio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18888" y="3867912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SFX libraries, music integration, Wwise/FMOD implementation, and XR spatial audio.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· Film &amp; TV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87552"/>
            <a:ext cx="416052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43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Production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536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&amp; Mastering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993392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EP &amp; album mixing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for streaming &amp; vinyl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&amp; arrangement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musician coordination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mixing &amp; recall sessions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indie artist packages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987552"/>
            <a:ext cx="434340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430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143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1536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Film, TV &amp; Advertising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983480" y="1993392"/>
            <a:ext cx="3886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editing &amp; cleanup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recording &amp; editing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design &amp; Foley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editing &amp; temp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/ stereo final mix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delivery (R128, -14 LUFS)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· Sound Design &amp; Games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87552"/>
            <a:ext cx="416052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43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&amp; Broadcast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536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 &amp; Corporate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993392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recording &amp; editing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 &amp; cleanup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Multi-track podcast production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 direction &amp; editing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video &amp; e-learning audio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loudness delivery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987552"/>
            <a:ext cx="434340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430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143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Design &amp; Games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1536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&amp; XR Audio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983480" y="1993392"/>
            <a:ext cx="3886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SFX design &amp; libraries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Wwise &amp; FMOD implementation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/ interactive music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recording &amp; casting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&amp; spatial audio (Ambisonics)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to AA-level game support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920240" cy="3017520"/>
          </a:xfrm>
          <a:prstGeom prst="rect">
            <a:avLst/>
          </a:prstGeom>
          <a:solidFill>
            <a:srgbClr val="1A2D42"/>
          </a:solidFill>
          <a:ln w="12700">
            <a:solidFill>
              <a:srgbClr val="243D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920240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7043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2304288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 your project goals, references, and deadlines. Initial consultation is always free.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136" y="2350008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04872" y="1005840"/>
            <a:ext cx="1920240" cy="3017520"/>
          </a:xfrm>
          <a:prstGeom prst="rect">
            <a:avLst/>
          </a:prstGeom>
          <a:solidFill>
            <a:srgbClr val="1A2D42"/>
          </a:solidFill>
          <a:ln w="12700">
            <a:solidFill>
              <a:srgbClr val="243D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04872" y="1005840"/>
            <a:ext cx="1920240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9464" y="117043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569464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569464" y="2304288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clear scope of work, timeline, and fixed-fee quote within 24 hours.</a:t>
            </a:r>
            <a:endParaRPr lang="en-US" sz="10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350008"/>
            <a:ext cx="182880" cy="1828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35424" y="1005840"/>
            <a:ext cx="1920240" cy="3017520"/>
          </a:xfrm>
          <a:prstGeom prst="rect">
            <a:avLst/>
          </a:prstGeom>
          <a:solidFill>
            <a:srgbClr val="1A2D42"/>
          </a:solidFill>
          <a:ln w="12700">
            <a:solidFill>
              <a:srgbClr val="243D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35424" y="1005840"/>
            <a:ext cx="1920240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00016" y="117043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4700016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700016" y="2304288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on time with regular check-ins and revision rounds built into every project.</a:t>
            </a:r>
            <a:endParaRPr lang="en-US" sz="1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50008"/>
            <a:ext cx="182880" cy="1828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665976" y="1005840"/>
            <a:ext cx="1920240" cy="3017520"/>
          </a:xfrm>
          <a:prstGeom prst="rect">
            <a:avLst/>
          </a:prstGeom>
          <a:solidFill>
            <a:srgbClr val="1A2D42"/>
          </a:solidFill>
          <a:ln w="12700">
            <a:solidFill>
              <a:srgbClr val="243D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65976" y="1005840"/>
            <a:ext cx="1920240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30568" y="117043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6830568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830568" y="2304288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files, platform-specific formats, stems, and session files — complete handover.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Work With 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241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Turnaround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241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74320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241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1792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Revisions Per Project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12848"/>
            <a:ext cx="64008" cy="117043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500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Full-Spectrum Team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268833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Music, film, podcast, and game audio under one roof — no referral delays, no communication gaps between disciplines.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221284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212848"/>
            <a:ext cx="64008" cy="117043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3500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Engagement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268833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one engineer or the full collective. Scale up or down based on project scope and budget.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3872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38728"/>
            <a:ext cx="64008" cy="117043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758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" y="401421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Fixed-fee quotes before we start. No surprise invoices, no scope creep, no hidden studio fees.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353872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3538728"/>
            <a:ext cx="64008" cy="117043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6758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Remote Ready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18888" y="401421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Perth-based for in-person sessions, fully remote-capable for clients across Australia and internationally.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Pricing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is quoted individually. The tiers below are a guide only — fill in your own pricing.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65176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265176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$[XXX]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artists · Small projects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660904"/>
            <a:ext cx="22860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98064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 2-track mix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revision rounds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Streaming-ready master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48hr turnaround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170432"/>
            <a:ext cx="2651760" cy="36576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C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170432"/>
            <a:ext cx="2651760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1316736"/>
            <a:ext cx="914400" cy="2743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316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29000" y="1353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17922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$[XXX]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29000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· Short films · Podcasts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2660904"/>
            <a:ext cx="2286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798064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/ short project (up to 5 tracks)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revision rounds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output formats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72hr turnaround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170432"/>
            <a:ext cx="265176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170432"/>
            <a:ext cx="2651760" cy="64008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353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17922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Quote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55080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· Agencies · Studios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55080" y="2660904"/>
            <a:ext cx="22860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798064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album / feature-length project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revisions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stems &amp; session handover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82803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in AUD. Custom retainer &amp; ongoing arrangements available on request.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51710"/>
            <a:ext cx="64008" cy="64008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1977390"/>
            <a:ext cx="64008" cy="118872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611630"/>
            <a:ext cx="64008" cy="192024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245870"/>
            <a:ext cx="64008" cy="265176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748790"/>
            <a:ext cx="64008" cy="164592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114550"/>
            <a:ext cx="64008" cy="91440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1016" y="1474470"/>
            <a:ext cx="64008" cy="219456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1885950"/>
            <a:ext cx="64008" cy="137160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337310"/>
            <a:ext cx="64008" cy="246888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92224" y="2068830"/>
            <a:ext cx="64008" cy="100584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1703070"/>
            <a:ext cx="64008" cy="173736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9696" y="2205990"/>
            <a:ext cx="64008" cy="731520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Create Something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Remarkable.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[hello@yourdomain.com]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8803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[www.yourdomain.com]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Perth, Western Australia  ·  Available Australia-wide &amp; Internationally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Audio Engineering  ·  Music · Film &amp; TV · Podcast &amp; Broadcast · Sound Design &amp; Games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Services — Pitch Deck</dc:title>
  <dc:subject>PptxGenJS Presentation</dc:subject>
  <dc:creator>PptxGenJS</dc:creator>
  <cp:lastModifiedBy>PptxGenJS</cp:lastModifiedBy>
  <cp:revision>1</cp:revision>
  <dcterms:created xsi:type="dcterms:W3CDTF">2026-03-14T18:46:42Z</dcterms:created>
  <dcterms:modified xsi:type="dcterms:W3CDTF">2026-03-14T18:46:42Z</dcterms:modified>
</cp:coreProperties>
</file>